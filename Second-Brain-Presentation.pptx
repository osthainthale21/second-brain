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777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Second Brain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ระบบสมองที่ 2 อัจฉริยะ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Knowledge Management + Hybrid RAG + Autonomous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0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ปัญหาที่เราเผชิญ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8229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ข้อมูลมากเกินไป อ่านแล้วจำไม่ได้ หาไม่เจอ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64008" cy="8229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โน้ตกระจายใน 10+ แอป ไม่มีศูนย์กลาง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64008" cy="8229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ไม่เห็นความเชื่อมโยงระหว่างสิ่งที่เรียนรู้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77640"/>
            <a:ext cx="64008" cy="8229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Organization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 tag, จัดหมวด, ทบทวนเอง ไม่มีเวลา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วิธีแก้ปัญหา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3291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606040" cy="6400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463040"/>
            <a:ext cx="868680" cy="8686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463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Vault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เปิดได้ทุกที่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ไม่ล็อคกับระบบใด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606040" cy="3291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60604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463040"/>
            <a:ext cx="868680" cy="8686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463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6616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ค้นหาด้วยความหมาย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ไม่ใช่แค่ keyword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91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260604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1463040"/>
            <a:ext cx="868680" cy="86868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463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บอทอัตโนมัติจัดระเบียบ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หาความเชื่อมโยงให้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17320" cy="50292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097280"/>
            <a:ext cx="1417320" cy="50292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1417320" cy="50292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097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(Whisper)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9BFE"/>
                </a:solidFill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4572000" cy="5943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11680"/>
            <a:ext cx="64008" cy="59436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0116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  (Controllers → Services → Storage)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9BFE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14173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141732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10896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(Markdown)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74520" y="3017520"/>
            <a:ext cx="14173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74520" y="3017520"/>
            <a:ext cx="141732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310896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3017520"/>
            <a:ext cx="1417320" cy="8229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3017520"/>
            <a:ext cx="1417320" cy="6400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10896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(Graph)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3474720" cy="338328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1097280"/>
            <a:ext cx="3474720" cy="64008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164592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 (Claude AI)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Service (ChromaDB)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(Hybrid Search)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(Neo4j)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(Telegraf)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(Voice-to-text)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 (Cron)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Rate Limiting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1-2: Foundation + Vector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(Create, Read, Update, Delete)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VaultService — Markdown + YAML frontmatter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storage (local-first)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middleware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+ Logger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coverage (Jest)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Vector Search (RAG)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embeddings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(natural language)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 (Claude AI)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(vector + text fallback)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 on note create/update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3-4: Knowledge Graph + Telegram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6400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Knowledge Graph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database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relationships (tags, links)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queries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discovery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 visualization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v2 (Vector + Graph)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64008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Ingestion Pipeline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(text, voice, URLs)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voice-to-text (OpenAI)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+ auto-summarize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auto-tagging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ingest endpoints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capture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Autonomous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0515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1005840" cy="2286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ทุกเที่ยงคืน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508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สรุปสิ่งที่เรียนรู้วันนี้เป็น 1 โน้ต พร้อม insights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64008" cy="105156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2788920"/>
            <a:ext cx="1005840" cy="2286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788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6 ชม.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2743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หาความเชื่อมโยงระหว่างโน้ตใหม่กับเก่าอัตโนมัติ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66160"/>
            <a:ext cx="64008" cy="10515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Organizer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63040" y="4023360"/>
            <a:ext cx="1005840" cy="228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1 ชม.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977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จัดระเบียบโน้ตใน inbox — auto-tag, จัดหมวดหมู่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Integrations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16916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60604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pages, search, create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606040" cy="16916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260604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docs &amp; 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06040" cy="16916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06040" cy="6400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Daily Digest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606040" cy="16916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063240"/>
            <a:ext cx="260604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knowledge maps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063240"/>
            <a:ext cx="2606040" cy="16916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63240"/>
            <a:ext cx="2606040" cy="64008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4114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D1, KV, R2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Protection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6459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 keys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for admin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mode auto-bypass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164592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100/min general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20/min LLM calls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10/min admin 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71800"/>
            <a:ext cx="64008" cy="16459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backup (auto-rotate)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backup before restore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statistics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93192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64008" cy="164592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Export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Markdown, JSON, HTML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ZIP export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API Docs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0515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UI สำหรับจัดการโน้ต ค้นหา ดูสถานะระบบ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เข้าผ่าน http://localhost:3000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64008" cy="105156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 Docs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spec ครบทุก 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เข้าผ่าน http://localhost:3000/docs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64008" cy="10515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deployment พร้อมใช้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ChromaDB + Neo4j + Redis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9202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97280"/>
            <a:ext cx="192024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19202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97280"/>
            <a:ext cx="192024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331720"/>
            <a:ext cx="192024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233172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97480" y="2331720"/>
            <a:ext cx="192024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9748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33172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331720"/>
            <a:ext cx="192024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4632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Cache/Queue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233172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2331720"/>
            <a:ext cx="1920240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9516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566160"/>
            <a:ext cx="192024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864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97480" y="356616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97480" y="3566160"/>
            <a:ext cx="19202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2" name="Text 40"/>
          <p:cNvSpPr/>
          <p:nvPr/>
        </p:nvSpPr>
        <p:spPr>
          <a:xfrm>
            <a:off x="269748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69748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56616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566160"/>
            <a:ext cx="192024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4632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95160" y="3566160"/>
            <a:ext cx="1920240" cy="10058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95160" y="3566160"/>
            <a:ext cx="19202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99516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ผลลัพธ์ที่ได้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92024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1097280"/>
            <a:ext cx="192024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97280"/>
            <a:ext cx="1920240" cy="6400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92024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1920240" cy="64008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1920240" cy="164592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97280"/>
            <a:ext cx="1920240" cy="64008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08960"/>
            <a:ext cx="64008" cy="14630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00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5661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(SOLID) + Full TypeScript strict mode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ทำงานได้แม้ ChromaDB/Neo4j ไม่พร้อม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sync — Vault → ChromaDB + Neo4j อัตโนมัติ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deploy ทั้งระบบด้วยคำสั่งเดียว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822960"/>
            <a:ext cx="1371600" cy="1371600"/>
          </a:xfrm>
          <a:prstGeom prst="ellipse">
            <a:avLst/>
          </a:prstGeom>
          <a:solidFill>
            <a:srgbClr val="1E30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86200" y="868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ขอบคุณครับ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&amp; Q&amp;A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Second Brain — Built with TypeScript, Claude AI, and Love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0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github.com/your-repo/second-brain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Second Brain</dc:title>
  <dc:subject>PptxGenJS Presentation</dc:subject>
  <dc:creator>Second Brain Team</dc:creator>
  <cp:lastModifiedBy>Second Brain Team</cp:lastModifiedBy>
  <cp:revision>1</cp:revision>
  <dcterms:created xsi:type="dcterms:W3CDTF">2026-03-14T18:18:47Z</dcterms:created>
  <dcterms:modified xsi:type="dcterms:W3CDTF">2026-03-14T18:18:47Z</dcterms:modified>
</cp:coreProperties>
</file>